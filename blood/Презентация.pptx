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452821-355D-4100-95EC-CE5C5D7CE286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63ED62-671D-498D-B028-9059C8F9212A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5F6999-D1B4-4326-8F48-88C93D255D8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21280F-E0ED-4C3C-B80C-0849325236E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ru-RU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Образе</a:t>
            </a:r>
            <a:r>
              <a:rPr b="1" lang="ru-RU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ц </a:t>
            </a:r>
            <a:r>
              <a:rPr b="1" lang="ru-RU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заголо</a:t>
            </a:r>
            <a:r>
              <a:rPr b="1" lang="ru-RU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вка</a:t>
            </a:r>
            <a:endParaRPr b="0" lang="ru-RU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A6FBA6-2E57-4C33-BC36-BC2BA160B706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F51AA8-B8AF-4458-9DB9-54A0EA8354B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</a:t>
            </a: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ц </a:t>
            </a: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заголов</a:t>
            </a: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9E2376-9EC4-4264-BE08-9988AB12E20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4A1C4B-3D70-4A44-BEE9-41CF2AFB6A8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113217-6D42-480D-A42C-6976CAF9243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C60727-8F09-4BA9-AC0D-72785C2B86B6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8D831E-94EE-4884-B71D-29E6A3B499C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Визуализация пульсовой волны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Пелевин Павел</a:t>
            </a:r>
            <a:br>
              <a:rPr sz="3200"/>
            </a:br>
            <a:r>
              <a:rPr b="0" lang="ru-RU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Подмосковнов Лев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Лукин Иван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Калибровка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3" name="Picture 2" descr=""/>
          <p:cNvPicPr/>
          <p:nvPr/>
        </p:nvPicPr>
        <p:blipFill>
          <a:blip r:embed="rId1"/>
          <a:stretch/>
        </p:blipFill>
        <p:spPr>
          <a:xfrm>
            <a:off x="1554840" y="1600200"/>
            <a:ext cx="6034320" cy="452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Сглаживание данных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Данные сглаживаются с помощью фильтра Баттерворта.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6" name="Picture 2" descr=""/>
          <p:cNvPicPr/>
          <p:nvPr/>
        </p:nvPicPr>
        <p:blipFill>
          <a:blip r:embed="rId1"/>
          <a:stretch/>
        </p:blipFill>
        <p:spPr>
          <a:xfrm>
            <a:off x="3276000" y="2277000"/>
            <a:ext cx="5406840" cy="405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Расчет ЧСС до нагрузки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4" descr=""/>
          <p:cNvPicPr/>
          <p:nvPr/>
        </p:nvPicPr>
        <p:blipFill>
          <a:blip r:embed="rId1"/>
          <a:stretch/>
        </p:blipFill>
        <p:spPr>
          <a:xfrm>
            <a:off x="1645920" y="1668600"/>
            <a:ext cx="5851800" cy="438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Индекс жидкости и регидности до нагрузки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Picture 4" descr=""/>
          <p:cNvPicPr/>
          <p:nvPr/>
        </p:nvPicPr>
        <p:blipFill>
          <a:blip r:embed="rId1"/>
          <a:stretch/>
        </p:blipFill>
        <p:spPr>
          <a:xfrm>
            <a:off x="457200" y="1947240"/>
            <a:ext cx="8229240" cy="383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Расчет ЧСС после нагрузки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0" y="1371600"/>
            <a:ext cx="9143640" cy="425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Индекс жидкости и регидности после нагрузки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39240" y="1828800"/>
            <a:ext cx="9143640" cy="425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Итоги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6" name="Объект 3"/>
          <p:cNvGraphicFramePr/>
          <p:nvPr/>
        </p:nvGraphicFramePr>
        <p:xfrm>
          <a:off x="457200" y="1600200"/>
          <a:ext cx="8229240" cy="20224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1" lang="ru-RU" sz="1800" strike="noStrike" u="none">
                        <a:solidFill>
                          <a:schemeClr val="lt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Теория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До нагрузки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После нагрузки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ЧСС, уд</a:t>
                      </a: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/</a:t>
                      </a: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мин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83,5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75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Индекс жесткости, м</a:t>
                      </a: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/c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6,0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7,4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6,8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Индекс регидности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71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78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82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dk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LibreOffice/25.8.2.2$Linux_X86_64 LibreOffice_project/580$Build-2</Application>
  <AppVersion>15.0000</AppVersion>
  <Words>62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2025-12-08T16:11:17Z</dcterms:created>
  <dc:creator>admin</dc:creator>
  <dc:description/>
  <dc:language>en-US</dc:language>
  <cp:lastModifiedBy/>
  <dcterms:modified xsi:type="dcterms:W3CDTF">2025-12-09T12:03:21Z</dcterms:modified>
  <cp:revision>3</cp:revision>
  <dc:subject/>
  <dc:title>Визуализация пульсовой волны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8</vt:i4>
  </property>
</Properties>
</file>